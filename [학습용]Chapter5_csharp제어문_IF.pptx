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CBA91-6CCC-A203-028C-7EAC1E50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5F5D65-EA32-1E88-3B10-9FAE5734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D39A-6F93-494A-A996-5E751C2B904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725DE7-063E-9BFE-F345-54FAD79F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85EB78-072C-EB0D-C4B0-70C4E445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2ADD-12BE-4DE3-BC23-2BCBD3796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6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22D05C-1F5F-F417-B7A1-B5D01481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3A64B3-36EE-20BA-CE20-EC32D4F89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190889-43F4-1A15-A84A-46A110DD4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D39A-6F93-494A-A996-5E751C2B904D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D6854-29B5-59B8-EB04-96BE0B239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F9892-65EA-A82E-A967-F54FCC0B2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22ADD-12BE-4DE3-BC23-2BCBD3796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22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3B5AABE-3AAE-DB3D-58F3-74E0B6763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48EE3C-6D2A-C516-55BD-D7411E8FE9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2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A11CDB1-C580-E89B-CBF6-8AABC5AD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9E12F0-CC88-7DC0-0B0F-A97B336856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2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A5A29A9-487F-927A-9F6C-1F416373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EB4A39-77C4-938B-1DE4-EED3757023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89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C23A7D1-9528-8680-9B2D-A5AFF193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/>
              <a:t>1. </a:t>
            </a:r>
            <a:r>
              <a:rPr lang="ko-KR" altLang="en-US" sz="3600"/>
              <a:t>소스이해</a:t>
            </a:r>
            <a:endParaRPr lang="ko-KR" alt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CBAB49-07C6-8DEE-8ECC-00484D4E9C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0D5D310-A203-DB42-0867-03EF486E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5142FA-35F0-5AAB-4EE4-B445B8BC72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62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23A36DD-8379-609E-3724-59E56842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502684-386F-3AA4-702C-1D948E6A34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3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AB4F5E6-8BBD-C0A4-A06D-CB29A75D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CA7AA4-3633-D991-17FC-E1AE374E9A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5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F5CDDC8-8075-321A-F1D5-61644D2D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ED90B2-199F-105D-B1D4-A3B52C2089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4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236A663-DFDF-3CD2-EF69-C914FB815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474714-B65F-BBBF-2B3F-57AD5320BC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5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43C536C-D30F-B71E-EC9C-8533EE23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7AE5D7-62F1-D5DA-9A75-4D60B6C1F1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7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135A407-3E09-E86B-20EA-68EC45E7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408ED2-6E19-6404-90FB-5A62DF6E73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72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FDF86A9-F6E0-A54E-5065-49AF0604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7A1E93-551E-C8D9-BB3A-6F846188FC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17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A7BF3E8-9460-B0FA-78F2-6B1530A4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A70FA5-7A00-CB8F-F252-0E77D288AC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8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B9FEB23-C858-4B19-1128-67384A579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/>
              <a:t>1. </a:t>
            </a:r>
            <a:r>
              <a:rPr lang="ko-KR" altLang="en-US" sz="3600"/>
              <a:t>정수형 변수 사용하기</a:t>
            </a:r>
            <a:endParaRPr lang="ko-KR" alt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8AD795-32C4-8C27-DBB8-D8806EE778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4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E195E8F-4F9C-70B3-2430-87D2E9F1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/>
              <a:t>1. </a:t>
            </a:r>
            <a:r>
              <a:rPr lang="ko-KR" altLang="en-US" sz="3600"/>
              <a:t>정수형 변수 사용하기</a:t>
            </a:r>
            <a:endParaRPr lang="ko-KR" alt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AB3A09-C368-715D-9704-8F1299447C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82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9C79D5F-118A-F40C-FC68-F1224627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/>
              <a:t>1. </a:t>
            </a:r>
            <a:r>
              <a:rPr lang="ko-KR" altLang="en-US" sz="3600"/>
              <a:t>정수형 변수 사용하기</a:t>
            </a:r>
            <a:endParaRPr lang="ko-KR" alt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2FD40F-465E-D080-0CB5-DF7AFDBF65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42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38587EF-7C7F-BE69-3D36-3155C2D5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A5D5B0-FDEF-BD6D-AAC1-DFD310B78B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01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05F0307-CF97-F3AA-2F7D-4967A8C9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1423DA-1711-374E-080F-B69DB2D40C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7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0165741-742F-440D-110D-1347A8E2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600"/>
              <a:t>2. </a:t>
            </a:r>
            <a:r>
              <a:rPr lang="ko-KR" altLang="en-US" sz="3600"/>
              <a:t>조건 분기하기</a:t>
            </a:r>
            <a:endParaRPr lang="ko-KR" altLang="en-US" sz="3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25AD7B-EFB1-37F2-7CA5-8D7F6295AC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3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F7AC17E-6AD4-01F0-E910-0544245A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69F0B1-8A8D-5517-4FCD-4DBC028F63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21709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479DB34-331A-2705-6BDC-CDDDC613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EA9C17-0317-B6F2-9EC0-53904EE896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5183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0EE73B0-42A5-1F71-1476-7FE65C66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D13115-9DBF-A2AC-29EA-C2ED10EEF4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04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5926544-F9C8-B2C7-6206-DEBFB42D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A041C0-F89D-02A7-4AC3-652FC9E706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15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8EEBD01-689B-2878-CDEF-4BFD16B0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9260BF-A891-9632-F818-347D7336B7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09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BE95FDB-2949-AAD8-C90E-22B201C9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E9A453-3851-C7DC-3964-E72522F321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59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2B822FA-10E9-5C9D-B25B-020F9B85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1FBD09-FA66-4B6B-E279-15507B63DB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10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2DADCC9-C6E7-AF63-B7E8-8315BDF6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38678A-A3F0-8FFF-4E6D-3E27CE6A8B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32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1E1DB88-5D25-B383-D7A9-F08A8228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9C355E-3F77-7AC7-9C97-E96CEF3FCF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64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EBC7545-08B2-0BB9-E08C-A8619016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FC6C9D-65E9-CD1B-0F09-8DD80CD9A0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092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FF0F2A3-5618-FDC2-7D01-0D55EF7F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DCCB53-364E-6AA5-65C3-3741747366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40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6D34C30-A11E-770B-903C-07774EE2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DA56FE-FE13-F9BD-D4DC-403408DBD7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83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E7F3F79-FF5F-D121-2FB4-ED20530D5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E45E418-E416-9431-CA97-B08EF446E9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53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E87F005-850B-529D-DC55-D8C7DF5D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59155F-4A14-F812-D9B7-5D0D021880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28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F41500D-CB43-53E1-315B-675257DC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0E959C-6C97-8B68-07CC-2C176888D0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70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E65F3D7-BCA1-CEDB-D8F1-9286DCEE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0CF3BE-5A57-6AED-8F19-1F8828E953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30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B00E9E8-EE0E-BA61-2947-FC45957A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4CF12C-2460-4C8E-9F68-7F0BD4AA0D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01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61EDEBE-0740-A4FC-5001-FF744B61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2800" b="1"/>
              <a:t>1. if~else </a:t>
            </a:r>
            <a:r>
              <a:rPr lang="ko-KR" altLang="en-US" sz="2800" b="1"/>
              <a:t>문으로 조건 분기 개요</a:t>
            </a:r>
            <a:endParaRPr lang="ko-KR" altLang="en-US" sz="28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C15212-8818-BD4E-CACC-AF4351C1A6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80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00AAFD8-7951-1BCC-0641-8C71173D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1088F4-57C0-EE73-3A89-78048E878B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00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967CEF0-68FE-37F7-8D3C-4E27E056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0C231E-9105-0865-D8FB-DDB9FD0029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22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C9ECEA2-3DCD-7F6A-3572-56B9C0D8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8A467D-6BE9-78EA-FB07-ABD4528C7B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30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50F2AC1-59BF-DACF-A8E2-479836C7E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44177A-95F1-C6D6-8095-6D529C30D0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39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9BE23E2-DE61-9B93-428F-0B997C988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920C68-A4C3-D719-700B-1140665B5D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74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237724D-04DF-A18B-5A7F-2C07A92D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018D20-46F6-6167-571A-6DD0C035B32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BCBDDD6-F632-D9DE-C185-D3374BA7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2800" b="1"/>
              <a:t>2. if~else </a:t>
            </a:r>
            <a:r>
              <a:rPr lang="ko-KR" altLang="en-US" sz="2800" b="1"/>
              <a:t>문으로 조건 분기</a:t>
            </a:r>
            <a:r>
              <a:rPr lang="en-US" altLang="ko-KR" sz="2800" b="1"/>
              <a:t> </a:t>
            </a:r>
            <a:r>
              <a:rPr lang="ko-KR" altLang="en-US" sz="2800" b="1"/>
              <a:t>프로그램</a:t>
            </a:r>
            <a:endParaRPr lang="ko-KR" altLang="en-US" sz="28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98DCCF-5252-74AD-7A63-150B81BDF1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370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4F69070-1447-509C-75EC-4A815B34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2A559E-4E8E-C9DF-AB96-C38DAC854F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542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8974218-5673-7D2F-F38D-EA1924B6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0C223F-3F29-F418-7D0D-9743C1E3B5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710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39C1A08-8C38-091B-A0BE-FA10A1FA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B7172D-75EE-44C2-DC0E-898391E5CE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465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001783B-A62C-CC83-4013-BB0FDBCE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E195E4-BE0B-8C1A-4C32-CE374D795F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327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B2114A8-FB11-1A49-C67F-A778AEA5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FAF333-CF88-C781-EE8E-4AB61AE0ED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7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0E3B56D-F6F6-7C81-A850-AD588D9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BBEF5D-7D02-37DE-9D9B-24AC5E08C8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18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538FEED-3637-C389-0175-10DBF507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2B283E-6E2B-877D-49C9-F085AA721D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059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0FC5095-8A29-3E76-2608-4EB154F8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816701-D5F1-0ECC-A5EE-7172790B3C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9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2D132D2-FA0C-1E34-11EB-63F3991D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DB09C5-82E0-BB98-E0E5-3651ADA67E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857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C4042E3-46C0-2C9D-B864-B4462CC8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C60BB3-821F-5885-92E9-050779A692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642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FCDFD6D-F21F-9489-4AD9-E9BF8638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54DEFE-D453-0B40-904D-A3DDA3802B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09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DF14B76-8342-1378-7F5B-3FAA3D50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47445E-AEFA-F5CA-F1C8-3E8EF4F94E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044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107F4B5-A1B9-0B51-D448-EFF7E37A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E6D75B-0173-DCC3-8ABC-33197663E00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333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33CCE01-2766-2B14-F39B-43B100F6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8AFBA4-86C9-FED8-9B99-D51AE5F467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9610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3A0E7C5-6B81-59DC-9504-D9793261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89E037-A333-E11C-E2D9-E2DC4B8655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615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2F8134D-30A0-5621-4AA6-24944DFE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1. If </a:t>
            </a:r>
            <a:r>
              <a:rPr lang="ko-KR" altLang="en-US"/>
              <a:t>문 추가하기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021EC0-3466-AC89-B40F-69A7E1E3B6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358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5B5FBF0-9FAB-052B-A946-ADC94E7A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1. If </a:t>
            </a:r>
            <a:r>
              <a:rPr lang="ko-KR" altLang="en-US"/>
              <a:t>문 추가하기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38CE55-B449-AF29-0C5E-519666A11D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048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E8D79FA-0EFC-10BE-2BAF-8FFDC9A0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C5BE41-A40C-2A09-674F-6845E13C78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534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EBCE6CD-E7A2-B727-DE5E-6378A2EB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47A97B3-2DBC-1552-09D6-E17F00695C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451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40EAD76-C360-ED9D-FBDC-C4EBFE00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2. if</a:t>
            </a:r>
            <a:r>
              <a:rPr lang="ko-KR" altLang="en-US"/>
              <a:t>문 추가 실습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29F3AC-0FBB-556F-1BD6-1F62B235AD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853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7F24C1A-124A-0DBD-BB0E-98ED322C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/>
              <a:t>2. if</a:t>
            </a:r>
            <a:r>
              <a:rPr lang="ko-KR" altLang="en-US"/>
              <a:t>문 추가 실습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056700-1CCF-8217-ED4B-263CDD213EC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035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A10EBBF-8CA1-78B0-E317-132BC020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00C2A7-2A56-157D-03EA-30DBF4ADDF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615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9CF40D8-1918-543B-1E20-5B3FBA18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34AD2D-F6F8-EAAD-7249-73DAB23CE8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036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4DE5F9B-40C7-1A39-43DB-B1808B61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07239C-5C1C-D3DD-E4C2-55C51075E4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042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59F77E4-A5BE-272E-B8CB-CDBC156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394EFD-571A-9AB4-B3E3-1A30A3CB8C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011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AC72AFB-F44C-8117-D38E-72DDC4D0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0165CD-8958-5D5D-BEA1-8E4DD22A92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330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3AFA8C2-CEC8-9F2A-3B34-9CF58055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7DB25F-FD6D-E425-664F-ED5D8E2D32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22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A0F619E-5962-F320-43C6-6DE0ABB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B3F71C-486E-AF67-6AA9-F3C0261EE5E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533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D5E533F-2A93-B35A-9A88-E1CD8515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94184A-BEA6-7132-95AA-9741A78024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006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65C6D41-421D-8397-71CC-2DA838BB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BAA9BB-B42F-FA7E-B993-73F56C20AA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500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6ADBCF4-92A6-3C10-8E48-93565B93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06725E-81B5-2B70-8CEF-84B34CF2B1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9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화면 슬라이드 쇼(4:3)</PresentationFormat>
  <Paragraphs>11</Paragraphs>
  <Slides>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7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1. 소스이해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정수형 변수 사용하기</vt:lpstr>
      <vt:lpstr>1. 정수형 변수 사용하기</vt:lpstr>
      <vt:lpstr>1. 정수형 변수 사용하기</vt:lpstr>
      <vt:lpstr>PowerPoint 프레젠테이션</vt:lpstr>
      <vt:lpstr>PowerPoint 프레젠테이션</vt:lpstr>
      <vt:lpstr>2. 조건 분기하기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if~else 문으로 조건 분기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if~else 문으로 조건 분기 프로그램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If 문 추가하기</vt:lpstr>
      <vt:lpstr>1. If 문 추가하기</vt:lpstr>
      <vt:lpstr>PowerPoint 프레젠테이션</vt:lpstr>
      <vt:lpstr>PowerPoint 프레젠테이션</vt:lpstr>
      <vt:lpstr>2. if문 추가 실습</vt:lpstr>
      <vt:lpstr>2. if문 추가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수정 고</dc:creator>
  <cp:lastModifiedBy>수정 고</cp:lastModifiedBy>
  <cp:revision>1</cp:revision>
  <dcterms:created xsi:type="dcterms:W3CDTF">2026-09-22T03:48:31Z</dcterms:created>
  <dcterms:modified xsi:type="dcterms:W3CDTF">2026-09-22T03:48:31Z</dcterms:modified>
</cp:coreProperties>
</file>